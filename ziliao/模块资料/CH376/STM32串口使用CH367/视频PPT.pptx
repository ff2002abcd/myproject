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</p:sldIdLst>
  <p:sldSz cx="12192000" cy="6858000"/>
  <p:notesSz cx="6858000" cy="9144000"/>
  <p:custDataLst>
    <p:tags r:id="rId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gs" Target="tags/tag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989330"/>
          </a:xfrm>
        </p:spPr>
        <p:txBody>
          <a:bodyPr>
            <a:normAutofit fontScale="90000"/>
          </a:bodyPr>
          <a:p>
            <a:r>
              <a:rPr lang="zh-CN" altLang="en-US"/>
              <a:t>串口驱动</a:t>
            </a:r>
            <a:r>
              <a:rPr lang="en-US" altLang="zh-CN"/>
              <a:t>CH376</a:t>
            </a:r>
            <a:r>
              <a:rPr lang="zh-CN" altLang="en-US"/>
              <a:t>读取</a:t>
            </a:r>
            <a:r>
              <a:rPr lang="en-US" altLang="zh-CN"/>
              <a:t>U</a:t>
            </a:r>
            <a:r>
              <a:rPr lang="zh-CN" altLang="en-US"/>
              <a:t>盘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2251075"/>
            <a:ext cx="9144000" cy="3991610"/>
          </a:xfrm>
        </p:spPr>
        <p:txBody>
          <a:bodyPr/>
          <a:p>
            <a:r>
              <a:rPr lang="en-US" altLang="zh-CN"/>
              <a:t>1</a:t>
            </a:r>
            <a:r>
              <a:rPr lang="zh-CN" altLang="en-US"/>
              <a:t>，评估版线怎么</a:t>
            </a:r>
            <a:r>
              <a:rPr lang="zh-CN" altLang="en-US"/>
              <a:t>接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，如何移植一个最简单的</a:t>
            </a:r>
            <a:r>
              <a:rPr lang="zh-CN" altLang="en-US"/>
              <a:t>历程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]0G4T5XQSKC~VI21HBB5{W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16200000">
            <a:off x="3019425" y="-1104265"/>
            <a:ext cx="6624955" cy="8833485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6197600" y="1308100"/>
            <a:ext cx="812800" cy="927100"/>
          </a:xfrm>
          <a:prstGeom prst="ellipse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/>
                </a:solidFill>
              </a14:hiddenFill>
            </a:ext>
          </a:ex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串口发送数据</a:t>
            </a:r>
            <a:r>
              <a:rPr lang="zh-CN" altLang="en-US"/>
              <a:t>流程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57325"/>
            <a:ext cx="10515600" cy="4719955"/>
          </a:xfrm>
        </p:spPr>
        <p:txBody>
          <a:bodyPr>
            <a:normAutofit lnSpcReduction="10000"/>
          </a:bodyPr>
          <a:p>
            <a:r>
              <a:rPr lang="en-US" altLang="zh-CN"/>
              <a:t>1, </a:t>
            </a:r>
            <a:r>
              <a:rPr lang="zh-CN" altLang="en-US"/>
              <a:t>发送</a:t>
            </a:r>
            <a:r>
              <a:rPr lang="en-US" altLang="zh-CN"/>
              <a:t>0X57 0XAB 0X06 0X55 //测试命令，返回</a:t>
            </a:r>
            <a:r>
              <a:rPr lang="zh-CN" altLang="en-US"/>
              <a:t>数据</a:t>
            </a:r>
            <a:r>
              <a:rPr lang="en-US" altLang="zh-CN"/>
              <a:t>0</a:t>
            </a:r>
            <a:r>
              <a:rPr lang="en-US" altLang="zh-CN"/>
              <a:t>xAA</a:t>
            </a:r>
            <a:endParaRPr lang="en-US" altLang="zh-CN"/>
          </a:p>
          <a:p>
            <a:r>
              <a:rPr lang="en-US" altLang="zh-CN"/>
              <a:t>2</a:t>
            </a:r>
            <a:r>
              <a:rPr lang="zh-CN" altLang="en-US"/>
              <a:t>，</a:t>
            </a:r>
            <a:r>
              <a:rPr lang="zh-CN" altLang="en-US">
                <a:sym typeface="+mn-ea"/>
              </a:rPr>
              <a:t>发送</a:t>
            </a:r>
            <a:r>
              <a:rPr lang="en-US" altLang="zh-CN">
                <a:sym typeface="+mn-ea"/>
              </a:rPr>
              <a:t>0X57 0XAB 0X15 0X06 //</a:t>
            </a:r>
            <a:r>
              <a:rPr>
                <a:sym typeface="+mn-ea"/>
              </a:rPr>
              <a:t>选择U盘模式，返回</a:t>
            </a:r>
            <a:r>
              <a:rPr lang="zh-CN">
                <a:sym typeface="+mn-ea"/>
              </a:rPr>
              <a:t>数据</a:t>
            </a:r>
            <a:r>
              <a:rPr lang="en-US" altLang="zh-CN">
                <a:sym typeface="+mn-ea"/>
              </a:rPr>
              <a:t>0x</a:t>
            </a:r>
            <a:r>
              <a:rPr>
                <a:sym typeface="+mn-ea"/>
              </a:rPr>
              <a:t>51 </a:t>
            </a:r>
            <a:r>
              <a:rPr lang="en-US">
                <a:sym typeface="+mn-ea"/>
              </a:rPr>
              <a:t>0x</a:t>
            </a:r>
            <a:r>
              <a:rPr>
                <a:sym typeface="+mn-ea"/>
              </a:rPr>
              <a:t>15</a:t>
            </a:r>
            <a:endParaRPr>
              <a:sym typeface="+mn-ea"/>
            </a:endParaRPr>
          </a:p>
          <a:p>
            <a:r>
              <a:rPr lang="en-US">
                <a:sym typeface="+mn-ea"/>
              </a:rPr>
              <a:t>3,</a:t>
            </a:r>
            <a:r>
              <a:rPr lang="zh-CN" altLang="en-US">
                <a:sym typeface="+mn-ea"/>
              </a:rPr>
              <a:t>发送</a:t>
            </a:r>
            <a:r>
              <a:rPr lang="en-US" altLang="zh-CN">
                <a:sym typeface="+mn-ea"/>
              </a:rPr>
              <a:t>0X57 0XAB 0X30 //判断是否连接，</a:t>
            </a:r>
            <a:r>
              <a:rPr lang="zh-CN" altLang="en-US">
                <a:sym typeface="+mn-ea"/>
              </a:rPr>
              <a:t>连接成功</a:t>
            </a:r>
            <a:r>
              <a:rPr lang="en-US" altLang="zh-CN">
                <a:sym typeface="+mn-ea"/>
              </a:rPr>
              <a:t>返回0</a:t>
            </a:r>
            <a:r>
              <a:rPr lang="en-US" altLang="zh-CN">
                <a:sym typeface="+mn-ea"/>
              </a:rPr>
              <a:t>x14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4</a:t>
            </a:r>
            <a:r>
              <a:rPr lang="zh-CN" altLang="en-US">
                <a:sym typeface="+mn-ea"/>
              </a:rPr>
              <a:t>，</a:t>
            </a:r>
            <a:r>
              <a:rPr lang="zh-CN" altLang="en-US">
                <a:sym typeface="+mn-ea"/>
              </a:rPr>
              <a:t>发送</a:t>
            </a:r>
            <a:r>
              <a:rPr lang="en-US" altLang="zh-CN">
                <a:sym typeface="+mn-ea"/>
              </a:rPr>
              <a:t>0X57 0XAB 0X31//初始化磁盘，</a:t>
            </a:r>
            <a:r>
              <a:rPr lang="zh-CN" altLang="en-US">
                <a:sym typeface="+mn-ea"/>
              </a:rPr>
              <a:t>成功会</a:t>
            </a:r>
            <a:r>
              <a:rPr lang="en-US" altLang="zh-CN">
                <a:sym typeface="+mn-ea"/>
              </a:rPr>
              <a:t>返回0</a:t>
            </a:r>
            <a:r>
              <a:rPr lang="en-US" altLang="zh-CN">
                <a:sym typeface="+mn-ea"/>
              </a:rPr>
              <a:t>x14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5,</a:t>
            </a:r>
            <a:r>
              <a:rPr lang="zh-CN" altLang="en-US">
                <a:sym typeface="+mn-ea"/>
              </a:rPr>
              <a:t>发送</a:t>
            </a:r>
            <a:r>
              <a:rPr lang="en-US" altLang="zh-CN">
                <a:sym typeface="+mn-ea"/>
              </a:rPr>
              <a:t>0X57 0XAB 0X2F//</a:t>
            </a:r>
            <a:r>
              <a:rPr lang="zh-CN" altLang="en-US">
                <a:sym typeface="+mn-ea"/>
              </a:rPr>
              <a:t>打开目录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            0X2F 0X31 0X2E 0X54 0X58 0X54 0X00//</a:t>
            </a:r>
            <a:r>
              <a:rPr lang="zh-CN" altLang="en-US">
                <a:sym typeface="+mn-ea"/>
              </a:rPr>
              <a:t>文件名</a:t>
            </a:r>
            <a:r>
              <a:rPr lang="en-US" altLang="zh-CN">
                <a:sym typeface="+mn-ea"/>
              </a:rPr>
              <a:t>1.TXT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00</a:t>
            </a:r>
            <a:r>
              <a:rPr lang="zh-CN" altLang="en-US">
                <a:sym typeface="+mn-ea"/>
              </a:rPr>
              <a:t>表</a:t>
            </a:r>
            <a:r>
              <a:rPr lang="zh-CN" altLang="en-US">
                <a:sym typeface="+mn-ea"/>
              </a:rPr>
              <a:t>结尾</a:t>
            </a:r>
            <a:endParaRPr lang="zh-CN" altLang="en-US">
              <a:sym typeface="+mn-ea"/>
            </a:endParaRPr>
          </a:p>
          <a:p>
            <a:r>
              <a:rPr lang="en-US" altLang="zh-CN">
                <a:sym typeface="+mn-ea"/>
              </a:rPr>
              <a:t>             0X57 0XAB 0X32//</a:t>
            </a:r>
            <a:r>
              <a:rPr lang="zh-CN" altLang="en-US">
                <a:sym typeface="+mn-ea"/>
              </a:rPr>
              <a:t>打开文件，成功返回</a:t>
            </a:r>
            <a:r>
              <a:rPr lang="en-US" altLang="zh-CN">
                <a:sym typeface="+mn-ea"/>
              </a:rPr>
              <a:t>0X14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6</a:t>
            </a:r>
            <a:r>
              <a:rPr lang="zh-CN" altLang="en-US">
                <a:sym typeface="+mn-ea"/>
              </a:rPr>
              <a:t>发送</a:t>
            </a:r>
            <a:r>
              <a:rPr lang="en-US" altLang="zh-CN">
                <a:sym typeface="+mn-ea"/>
              </a:rPr>
              <a:t>0X57 0XAB 0X3A//发送读取数据命令，返回1D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7</a:t>
            </a:r>
            <a:r>
              <a:rPr lang="zh-CN" altLang="en-US">
                <a:sym typeface="+mn-ea"/>
              </a:rPr>
              <a:t>发送</a:t>
            </a:r>
            <a:r>
              <a:rPr lang="en-US" altLang="zh-CN">
                <a:sym typeface="+mn-ea"/>
              </a:rPr>
              <a:t>0X57 0XAB 0X27//</a:t>
            </a:r>
            <a:r>
              <a:rPr lang="zh-CN" altLang="en-US">
                <a:sym typeface="+mn-ea"/>
              </a:rPr>
              <a:t>这时再反馈回来的就是</a:t>
            </a:r>
            <a:r>
              <a:rPr lang="en-US" altLang="zh-CN">
                <a:sym typeface="+mn-ea"/>
              </a:rPr>
              <a:t>1.TXT</a:t>
            </a:r>
            <a:r>
              <a:rPr lang="zh-CN" altLang="en-US">
                <a:sym typeface="+mn-ea"/>
              </a:rPr>
              <a:t>文件的内容</a:t>
            </a:r>
            <a:r>
              <a:rPr lang="zh-CN" altLang="en-US">
                <a:sym typeface="+mn-ea"/>
              </a:rPr>
              <a:t>了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MTMwYmFkODc4ZDMwNTAxZWJmMmE1MjI5ZmU0ZDk2N2E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404</Words>
  <Application>WPS 演示</Application>
  <PresentationFormat>宽屏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Calibri</vt:lpstr>
      <vt:lpstr>微软雅黑</vt:lpstr>
      <vt:lpstr>Office 主题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何振</cp:lastModifiedBy>
  <cp:revision>4</cp:revision>
  <dcterms:created xsi:type="dcterms:W3CDTF">2022-08-20T04:28:00Z</dcterms:created>
  <dcterms:modified xsi:type="dcterms:W3CDTF">2022-08-20T06:59:56Z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7EC0710EF5DE4B40910D64AC69845600</vt:lpwstr>
  </property>
  <property fmtid="{D5CDD505-2E9C-101B-9397-08002B2CF9AE}" pid="3" name="KSOProductBuildVer">
    <vt:lpwstr>2052-11.1.0.12302</vt:lpwstr>
  </property>
</Properties>
</file>